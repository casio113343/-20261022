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1.xml" ContentType="application/vnd.openxmlformats-officedocument.presentationml.notesSlide+xml"/>
  <Override PartName="/ppt/tags/tag28.xml" ContentType="application/vnd.openxmlformats-officedocument.presentationml.tags+xml"/>
  <Override PartName="/ppt/notesSlides/notesSlide12.xml" ContentType="application/vnd.openxmlformats-officedocument.presentationml.notesSlide+xml"/>
  <Override PartName="/ppt/tags/tag29.xml" ContentType="application/vnd.openxmlformats-officedocument.presentationml.tags+xml"/>
  <Override PartName="/ppt/notesSlides/notesSlide13.xml" ContentType="application/vnd.openxmlformats-officedocument.presentationml.notesSlide+xml"/>
  <Override PartName="/ppt/tags/tag30.xml" ContentType="application/vnd.openxmlformats-officedocument.presentationml.tags+xml"/>
  <Override PartName="/ppt/notesSlides/notesSlide14.xml" ContentType="application/vnd.openxmlformats-officedocument.presentationml.notesSlide+xml"/>
  <Override PartName="/ppt/tags/tag31.xml" ContentType="application/vnd.openxmlformats-officedocument.presentationml.tags+xml"/>
  <Override PartName="/ppt/notesSlides/notesSlide15.xml" ContentType="application/vnd.openxmlformats-officedocument.presentationml.notesSlide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8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6" r:id="rId11"/>
    <p:sldId id="674" r:id="rId12"/>
    <p:sldId id="287" r:id="rId13"/>
    <p:sldId id="288" r:id="rId14"/>
    <p:sldId id="290" r:id="rId15"/>
    <p:sldId id="291" r:id="rId16"/>
    <p:sldId id="292" r:id="rId17"/>
    <p:sldId id="293" r:id="rId18"/>
    <p:sldId id="294" r:id="rId19"/>
    <p:sldId id="295" r:id="rId20"/>
    <p:sldId id="297" r:id="rId21"/>
  </p:sldIdLst>
  <p:sldSz cx="12192000" cy="6858000"/>
  <p:notesSz cx="6858000" cy="9144000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2" y="53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2710556-746B-4100-A43D-02D154CB7326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D02DCB5-3D3D-4046-9CA1-F21CF4ABD7C1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ED62F9-C57A-1EF0-2352-D1D1E170921E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785725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57957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7100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C235F7-63B0-A62D-B21A-DBA701D528D8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64BE2-26B2-ABEC-A67C-90CB376839BF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29FA59-CCD7-A309-0591-7307094ACE0B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C0691A-0888-7260-BFD1-6DA5D710A90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E2C0-E707-B4DF-ACA5-CC2742CFFF2C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DA109-4E5A-A181-6392-6167A51F6A1F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28B403-06CF-4D97-B4C1-3222DFAFF01B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9CCF60-7DDA-96CB-A73E-2BDF978EC2AB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552D47-85F4-0E5B-35AE-A7703DFAE9F6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A936DC-C72C-4CA6-51E2-8EA0A77D24D3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103C7C-3CAB-752B-9C2C-B5167E7D8B49}" type="slidenum">
              <a:rPr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B43D99-8D1F-5F76-1E2F-7A9F6D4A954E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1EACDE-569F-024D-7359-B461635B9A75}" type="slidenum">
              <a:rPr/>
              <a:t>15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ED34E-1CE5-2B11-DD88-BF1AE316ADD4}" type="slidenum">
              <a:rPr/>
              <a:t>16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DB8904-4939-B475-074D-047DDC89D2E0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DC2A1-4BED-D052-1961-F80B9A3868E4}" type="slidenum">
              <a:rPr/>
              <a:t>18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AE11E-085D-09DC-9FA6-D39506B49A66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1EB6D1-EA12-8902-CAE6-A2C7CAB4AAE3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内容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标题和竖排文字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/>
          </a:p>
          <a:p>
            <a:pPr lvl="1">
              <a:defRPr/>
            </a:pPr>
            <a:r>
              <a:rPr lang="zh-CN"/>
              <a:t>二级</a:t>
            </a:r>
            <a:endParaRPr/>
          </a:p>
          <a:p>
            <a:pPr lvl="2">
              <a:defRPr/>
            </a:pPr>
            <a:r>
              <a:rPr lang="zh-CN"/>
              <a:t>三级</a:t>
            </a:r>
            <a:endParaRPr/>
          </a:p>
          <a:p>
            <a:pPr lvl="3">
              <a:defRPr/>
            </a:pPr>
            <a:r>
              <a:rPr lang="zh-CN"/>
              <a:t>四级</a:t>
            </a:r>
            <a:endParaRPr/>
          </a:p>
          <a:p>
            <a:pPr lvl="4">
              <a:defRPr/>
            </a:pPr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00508DE-EC9B-4BD0-8DF6-A34963F8D0B7}" type="datetimeFigureOut">
              <a:rPr lang="en-US" altLang="zh-CN"/>
              <a:t>10/22/2026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00EDF2F-FFD7-4CEB-AC9C-403B15CF831E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tags" Target="../tags/tag2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tags" Target="../tags/tag21.xml"/><Relationship Id="rId17" Type="http://schemas.openxmlformats.org/officeDocument/2006/relationships/tags" Target="../tags/tag26.xml"/><Relationship Id="rId2" Type="http://schemas.openxmlformats.org/officeDocument/2006/relationships/tags" Target="../tags/tag11.xml"/><Relationship Id="rId16" Type="http://schemas.openxmlformats.org/officeDocument/2006/relationships/tags" Target="../tags/tag25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tags" Target="../tags/tag20.xml"/><Relationship Id="rId5" Type="http://schemas.openxmlformats.org/officeDocument/2006/relationships/tags" Target="../tags/tag14.xml"/><Relationship Id="rId15" Type="http://schemas.openxmlformats.org/officeDocument/2006/relationships/tags" Target="../tags/tag24.xml"/><Relationship Id="rId10" Type="http://schemas.openxmlformats.org/officeDocument/2006/relationships/tags" Target="../tags/tag19.xml"/><Relationship Id="rId19" Type="http://schemas.openxmlformats.org/officeDocument/2006/relationships/image" Target="../media/image5.tmp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tags" Target="../tags/tag2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/>
              <a:t>无代码零基础软件制作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4348408"/>
            <a:ext cx="9144000" cy="1655762"/>
          </a:xfrm>
        </p:spPr>
        <p:txBody>
          <a:bodyPr/>
          <a:lstStyle/>
          <a:p>
            <a:pPr>
              <a:defRPr/>
            </a:pPr>
            <a:r>
              <a:rPr lang="zh-CN"/>
              <a:t>袁洋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79587" name="标题 1"/>
          <p:cNvSpPr>
            <a:spLocks noGrp="1"/>
          </p:cNvSpPr>
          <p:nvPr>
            <p:ph type="title"/>
          </p:nvPr>
        </p:nvSpPr>
        <p:spPr bwMode="auto">
          <a:xfrm>
            <a:off x="838199" y="2766217"/>
            <a:ext cx="10515600" cy="1325562"/>
          </a:xfrm>
        </p:spPr>
        <p:txBody>
          <a:bodyPr/>
          <a:lstStyle/>
          <a:p>
            <a:pPr algn="ctr">
              <a:defRPr/>
            </a:pPr>
            <a:r>
              <a:rPr lang="zh-CN" altLang="en-US" dirty="0"/>
              <a:t>前端</a:t>
            </a:r>
            <a:endParaRPr lang="zh-CN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Typescript + react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zh-CN" altLang="en-US" dirty="0"/>
              <a:t>像汇编</a:t>
            </a:r>
            <a:endParaRPr dirty="0"/>
          </a:p>
          <a:p>
            <a:pPr>
              <a:defRPr/>
            </a:pPr>
            <a:r>
              <a:rPr lang="en-US" dirty="0"/>
              <a:t>Typescript </a:t>
            </a:r>
            <a:r>
              <a:rPr lang="zh-CN" altLang="en-US" dirty="0"/>
              <a:t>是类型安全的 </a:t>
            </a:r>
            <a:r>
              <a:rPr lang="en-US" dirty="0" err="1"/>
              <a:t>Javascript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仍然有很多问题，转换不够彻底</a:t>
            </a:r>
            <a:endParaRPr dirty="0"/>
          </a:p>
          <a:p>
            <a:pPr>
              <a:defRPr/>
            </a:pPr>
            <a:r>
              <a:rPr lang="en-US" dirty="0"/>
              <a:t>React</a:t>
            </a:r>
            <a:r>
              <a:rPr lang="zh-CN" altLang="en-US" dirty="0"/>
              <a:t>是基于</a:t>
            </a:r>
            <a:r>
              <a:rPr lang="en-US" altLang="zh-CN" dirty="0"/>
              <a:t>Typescript</a:t>
            </a:r>
            <a:r>
              <a:rPr lang="zh-CN" altLang="en-US" dirty="0"/>
              <a:t>的一个前端框架</a:t>
            </a:r>
            <a:endParaRPr dirty="0"/>
          </a:p>
          <a:p>
            <a:pPr lvl="1">
              <a:defRPr/>
            </a:pPr>
            <a:r>
              <a:rPr lang="zh-CN" altLang="en-US" dirty="0"/>
              <a:t>以函数式的方式显示数据</a:t>
            </a:r>
            <a:endParaRPr lang="en-US" dirty="0"/>
          </a:p>
          <a:p>
            <a:pPr lvl="1">
              <a:defRPr/>
            </a:pPr>
            <a:endParaRPr dirty="0"/>
          </a:p>
          <a:p>
            <a:pPr>
              <a:defRPr/>
            </a:pPr>
            <a:r>
              <a:rPr lang="zh-CN" altLang="en-US" dirty="0"/>
              <a:t>前端的时间线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所有东西都会随着时间的变化而改变</a:t>
            </a:r>
            <a:endParaRPr dirty="0"/>
          </a:p>
          <a:p>
            <a:pPr lvl="1">
              <a:defRPr/>
            </a:pPr>
            <a:r>
              <a:rPr lang="zh-CN" altLang="en-US" dirty="0"/>
              <a:t>库存</a:t>
            </a:r>
            <a:r>
              <a:rPr lang="en-US" dirty="0"/>
              <a:t>(10am), </a:t>
            </a:r>
            <a:r>
              <a:rPr lang="zh-CN" altLang="en-US" dirty="0"/>
              <a:t>库存</a:t>
            </a:r>
            <a:r>
              <a:rPr lang="en-US" dirty="0"/>
              <a:t>(10:01am), </a:t>
            </a:r>
            <a:r>
              <a:rPr lang="zh-CN" altLang="en-US" dirty="0"/>
              <a:t>库存</a:t>
            </a:r>
            <a:r>
              <a:rPr lang="en-US" dirty="0"/>
              <a:t>(10:02am)……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React</a:t>
            </a:r>
            <a:r>
              <a:rPr lang="zh-CN" altLang="en-US" dirty="0"/>
              <a:t>的</a:t>
            </a:r>
            <a:r>
              <a:rPr lang="en-US" dirty="0"/>
              <a:t>MVC</a:t>
            </a:r>
            <a:r>
              <a:rPr lang="zh-CN" altLang="en-US" dirty="0"/>
              <a:t>架构</a:t>
            </a:r>
            <a:r>
              <a:rPr lang="en-US" dirty="0"/>
              <a:t> (model, view, controller)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825624"/>
            <a:ext cx="10515600" cy="48358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Controller: </a:t>
            </a:r>
            <a:r>
              <a:rPr lang="zh-CN" altLang="en-US" dirty="0"/>
              <a:t>用户修改数据</a:t>
            </a:r>
            <a:r>
              <a:rPr lang="en-US" dirty="0"/>
              <a:t> </a:t>
            </a:r>
            <a:endParaRPr dirty="0"/>
          </a:p>
          <a:p>
            <a:pPr>
              <a:defRPr/>
            </a:pPr>
            <a:r>
              <a:rPr lang="en-US" dirty="0"/>
              <a:t>View: </a:t>
            </a:r>
            <a:r>
              <a:rPr lang="zh-CN" altLang="en-US" dirty="0"/>
              <a:t>前端展示数据</a:t>
            </a:r>
            <a:endParaRPr dirty="0"/>
          </a:p>
          <a:p>
            <a:pPr lvl="1">
              <a:defRPr/>
            </a:pPr>
            <a:r>
              <a:rPr lang="zh-CN" altLang="en-US" dirty="0"/>
              <a:t>是数据的纯函数，不可变</a:t>
            </a:r>
            <a:endParaRPr dirty="0"/>
          </a:p>
          <a:p>
            <a:pPr>
              <a:defRPr/>
            </a:pPr>
            <a:r>
              <a:rPr lang="en-US" dirty="0"/>
              <a:t>Data: </a:t>
            </a:r>
            <a:endParaRPr dirty="0"/>
          </a:p>
          <a:p>
            <a:pPr lvl="1">
              <a:defRPr/>
            </a:pPr>
            <a:r>
              <a:rPr lang="zh-CN" altLang="en-US" dirty="0"/>
              <a:t>核心数据：最重要的数据，用户或者外界修改它</a:t>
            </a:r>
            <a:endParaRPr dirty="0"/>
          </a:p>
          <a:p>
            <a:pPr lvl="1">
              <a:defRPr/>
            </a:pPr>
            <a:r>
              <a:rPr lang="zh-CN" altLang="en-US" dirty="0"/>
              <a:t>展示型数据：其他类型的数据，由核心数据计算得到的，不可变</a:t>
            </a:r>
            <a:endParaRPr dirty="0"/>
          </a:p>
          <a:p>
            <a:pPr>
              <a:defRPr/>
            </a:pPr>
            <a:r>
              <a:rPr lang="zh-CN" altLang="en-US" dirty="0"/>
              <a:t>定义清楚</a:t>
            </a:r>
            <a:r>
              <a:rPr lang="en-US" dirty="0"/>
              <a:t>MVC</a:t>
            </a:r>
            <a:r>
              <a:rPr lang="zh-CN" altLang="en-US" dirty="0"/>
              <a:t>之后，其他事情都明确了</a:t>
            </a:r>
            <a:endParaRPr dirty="0"/>
          </a:p>
          <a:p>
            <a:pPr lvl="1">
              <a:defRPr/>
            </a:pPr>
            <a:r>
              <a:rPr lang="zh-CN" altLang="en-US" dirty="0"/>
              <a:t>分页展示</a:t>
            </a:r>
            <a:r>
              <a:rPr lang="en-US" altLang="zh-CN" dirty="0"/>
              <a:t>1000</a:t>
            </a:r>
            <a:r>
              <a:rPr lang="zh-CN" altLang="en-US" dirty="0"/>
              <a:t>行的学生信息，每页</a:t>
            </a:r>
            <a:r>
              <a:rPr lang="en-US" altLang="zh-CN" dirty="0"/>
              <a:t>10</a:t>
            </a:r>
            <a:r>
              <a:rPr lang="zh-CN" altLang="en-US" dirty="0"/>
              <a:t>行</a:t>
            </a:r>
            <a:endParaRPr dirty="0"/>
          </a:p>
          <a:p>
            <a:pPr lvl="1">
              <a:defRPr/>
            </a:pPr>
            <a:r>
              <a:rPr lang="zh-CN" altLang="en-US" dirty="0"/>
              <a:t>支持功能：上下翻页，上下调整选择的学生信息</a:t>
            </a:r>
            <a:endParaRPr dirty="0"/>
          </a:p>
          <a:p>
            <a:pPr lvl="1">
              <a:defRPr/>
            </a:pPr>
            <a:r>
              <a:rPr lang="zh-CN" altLang="en-US" dirty="0"/>
              <a:t>展示型数据：页面信息，页码等</a:t>
            </a:r>
            <a:endParaRPr dirty="0"/>
          </a:p>
          <a:p>
            <a:pPr lvl="1">
              <a:defRPr/>
            </a:pPr>
            <a:r>
              <a:rPr lang="zh-CN" altLang="en-US" dirty="0"/>
              <a:t>核心数据：当前展示的学生的序号，前端只是在修改这个而已！</a:t>
            </a:r>
            <a:endParaRPr dirty="0"/>
          </a:p>
          <a:p>
            <a:pPr lvl="1">
              <a:defRPr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altLang="zh-CN" dirty="0"/>
              <a:t>React</a:t>
            </a:r>
            <a:r>
              <a:rPr lang="zh-CN" altLang="en-US" dirty="0"/>
              <a:t>的</a:t>
            </a:r>
            <a:r>
              <a:rPr lang="en-US" altLang="zh-CN" dirty="0"/>
              <a:t>MVC</a:t>
            </a:r>
            <a:r>
              <a:rPr lang="zh-CN" altLang="en-US" dirty="0"/>
              <a:t>架构</a:t>
            </a:r>
            <a:r>
              <a:rPr lang="en-US" altLang="zh-CN" dirty="0"/>
              <a:t> (model, view, controller)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8711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用户修改核心数据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展示型数据跟着变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页面跟着变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用户再次操作</a:t>
            </a:r>
            <a:endParaRPr dirty="0"/>
          </a:p>
          <a:p>
            <a:pPr>
              <a:defRPr/>
            </a:pPr>
            <a:r>
              <a:rPr lang="en-US" dirty="0"/>
              <a:t>React</a:t>
            </a:r>
            <a:r>
              <a:rPr lang="zh-CN" altLang="en-US" dirty="0"/>
              <a:t>让前两步变成自动执行的（函数式）</a:t>
            </a:r>
            <a:endParaRPr dirty="0"/>
          </a:p>
          <a:p>
            <a:pPr lvl="1">
              <a:defRPr/>
            </a:pPr>
            <a:r>
              <a:rPr lang="zh-CN" altLang="en-US" dirty="0"/>
              <a:t>最后一步是用户决定的</a:t>
            </a:r>
            <a:endParaRPr lang="en-US" altLang="zh-CN" dirty="0"/>
          </a:p>
          <a:p>
            <a:pPr>
              <a:defRPr/>
            </a:pPr>
            <a:r>
              <a:rPr lang="zh-CN" altLang="en-US" dirty="0"/>
              <a:t>核心数据、函数式关系均使用</a:t>
            </a:r>
            <a:r>
              <a:rPr lang="en-US" altLang="zh-CN" dirty="0"/>
              <a:t>hooks</a:t>
            </a:r>
            <a:r>
              <a:rPr lang="zh-CN" altLang="en-US" dirty="0"/>
              <a:t>定义的</a:t>
            </a:r>
            <a:endParaRPr dirty="0"/>
          </a:p>
          <a:p>
            <a:pPr>
              <a:defRPr/>
            </a:pPr>
            <a:r>
              <a:rPr lang="zh-CN" altLang="en-US" dirty="0"/>
              <a:t>三种数据</a:t>
            </a:r>
            <a:endParaRPr dirty="0"/>
          </a:p>
          <a:p>
            <a:pPr lvl="1">
              <a:defRPr/>
            </a:pPr>
            <a:r>
              <a:rPr lang="zh-CN" altLang="en-US" dirty="0"/>
              <a:t>常数（不会随着时间变化而改变）</a:t>
            </a:r>
            <a:endParaRPr dirty="0"/>
          </a:p>
          <a:p>
            <a:pPr lvl="1">
              <a:defRPr/>
            </a:pPr>
            <a:r>
              <a:rPr lang="zh-CN" altLang="en-US" dirty="0"/>
              <a:t>核心数据（使用</a:t>
            </a:r>
            <a:r>
              <a:rPr lang="en-US" altLang="zh-CN" dirty="0"/>
              <a:t>hooks</a:t>
            </a:r>
            <a:r>
              <a:rPr lang="zh-CN" altLang="en-US" dirty="0"/>
              <a:t>定义，随时间变化而改变）</a:t>
            </a:r>
            <a:endParaRPr dirty="0"/>
          </a:p>
          <a:p>
            <a:pPr lvl="1">
              <a:defRPr/>
            </a:pPr>
            <a:r>
              <a:rPr lang="zh-CN" altLang="en-US" dirty="0"/>
              <a:t>展示型数据（依赖核心数据，当核心数据一变，它们跟着变）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函数与组件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481813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函数（纯粹的）</a:t>
            </a:r>
            <a:r>
              <a:rPr lang="en-US" dirty="0"/>
              <a:t>:</a:t>
            </a:r>
            <a:endParaRPr dirty="0"/>
          </a:p>
          <a:p>
            <a:pPr lvl="1">
              <a:defRPr/>
            </a:pPr>
            <a:r>
              <a:rPr lang="zh-CN" altLang="en-US" dirty="0"/>
              <a:t>不会返回一个</a:t>
            </a:r>
            <a:r>
              <a:rPr lang="en-US" altLang="zh-CN" dirty="0"/>
              <a:t>HTML</a:t>
            </a:r>
            <a:r>
              <a:rPr lang="zh-CN" altLang="en-US" dirty="0"/>
              <a:t>组件</a:t>
            </a:r>
            <a:endParaRPr dirty="0"/>
          </a:p>
          <a:p>
            <a:pPr lvl="1">
              <a:defRPr/>
            </a:pPr>
            <a:r>
              <a:rPr lang="zh-CN" altLang="en-US" dirty="0"/>
              <a:t>有输入，有输出</a:t>
            </a:r>
            <a:endParaRPr dirty="0"/>
          </a:p>
          <a:p>
            <a:pPr lvl="1">
              <a:defRPr/>
            </a:pPr>
            <a:r>
              <a:rPr lang="zh-CN" altLang="en-US" dirty="0"/>
              <a:t>定义关系：核心数据</a:t>
            </a:r>
            <a:r>
              <a:rPr lang="en-US" altLang="zh-CN" dirty="0"/>
              <a:t>/</a:t>
            </a:r>
            <a:r>
              <a:rPr lang="zh-CN" altLang="en-US" dirty="0"/>
              <a:t>展示型数据 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展示型数据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zh-CN" altLang="en-US" dirty="0">
                <a:sym typeface="Wingdings" panose="05000000000000000000" pitchFamily="2" charset="2"/>
              </a:rPr>
              <a:t>没有副作用</a:t>
            </a:r>
            <a:endParaRPr dirty="0"/>
          </a:p>
          <a:p>
            <a:pPr>
              <a:defRPr/>
            </a:pPr>
            <a:r>
              <a:rPr lang="zh-CN" altLang="en-US" dirty="0"/>
              <a:t>组件</a:t>
            </a:r>
            <a:endParaRPr dirty="0"/>
          </a:p>
          <a:p>
            <a:pPr lvl="1">
              <a:defRPr/>
            </a:pPr>
            <a:r>
              <a:rPr lang="zh-CN" altLang="en-US" dirty="0"/>
              <a:t>返回一个</a:t>
            </a:r>
            <a:r>
              <a:rPr lang="en-US" altLang="zh-CN" dirty="0"/>
              <a:t>HTML</a:t>
            </a:r>
            <a:r>
              <a:rPr lang="zh-CN" altLang="en-US" dirty="0"/>
              <a:t>组件</a:t>
            </a:r>
            <a:endParaRPr dirty="0"/>
          </a:p>
          <a:p>
            <a:pPr lvl="1">
              <a:defRPr/>
            </a:pPr>
            <a:r>
              <a:rPr lang="zh-CN" altLang="en-US" dirty="0"/>
              <a:t>有输入，但是输出是一个组件</a:t>
            </a:r>
            <a:endParaRPr dirty="0"/>
          </a:p>
          <a:p>
            <a:pPr lvl="1">
              <a:defRPr/>
            </a:pPr>
            <a:r>
              <a:rPr lang="zh-CN" altLang="en-US" dirty="0"/>
              <a:t>核心数据</a:t>
            </a:r>
            <a:r>
              <a:rPr lang="en-US" altLang="zh-CN" dirty="0"/>
              <a:t>/</a:t>
            </a:r>
            <a:r>
              <a:rPr lang="zh-CN" altLang="en-US" dirty="0"/>
              <a:t>展示型数据</a:t>
            </a:r>
            <a:r>
              <a:rPr lang="en-US" altLang="zh-CN" dirty="0"/>
              <a:t>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lang="zh-CN" altLang="en-US" dirty="0">
                <a:sym typeface="Wingdings" panose="05000000000000000000" pitchFamily="2" charset="2"/>
              </a:rPr>
              <a:t>组件</a:t>
            </a:r>
            <a:endParaRPr dirty="0"/>
          </a:p>
          <a:p>
            <a:pPr lvl="1">
              <a:defRPr/>
            </a:pPr>
            <a:r>
              <a:rPr lang="zh-CN" altLang="en-US" dirty="0"/>
              <a:t>会有副作用！所以需要推到边缘去</a:t>
            </a:r>
            <a:endParaRPr dirty="0"/>
          </a:p>
          <a:p>
            <a:pPr lvl="1">
              <a:defRPr/>
            </a:pPr>
            <a:r>
              <a:rPr lang="zh-CN" altLang="en-US" dirty="0"/>
              <a:t>基于</a:t>
            </a:r>
            <a:r>
              <a:rPr lang="en-US" altLang="zh-CN" dirty="0"/>
              <a:t>hooks</a:t>
            </a:r>
            <a:r>
              <a:rPr lang="zh-CN" altLang="en-US" dirty="0"/>
              <a:t>或者常量，没有全局变量（前端没有全局变量，因为有时间）</a:t>
            </a:r>
            <a:endParaRPr 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Zustand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err="1"/>
              <a:t>Zustand</a:t>
            </a:r>
            <a:r>
              <a:rPr lang="zh-CN" altLang="en-US" dirty="0"/>
              <a:t>是用来存“全局核心数据”的</a:t>
            </a:r>
            <a:endParaRPr dirty="0"/>
          </a:p>
          <a:p>
            <a:pPr lvl="1">
              <a:defRPr/>
            </a:pPr>
            <a:r>
              <a:rPr lang="zh-CN" altLang="en-US" dirty="0"/>
              <a:t>在多个页面共享的数据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三种操作</a:t>
            </a:r>
            <a:endParaRPr dirty="0"/>
          </a:p>
          <a:p>
            <a:pPr>
              <a:defRPr/>
            </a:pPr>
            <a:r>
              <a:rPr lang="en-US" dirty="0" err="1"/>
              <a:t>getXXXSnap</a:t>
            </a:r>
            <a:r>
              <a:rPr lang="en-US" dirty="0"/>
              <a:t>(): </a:t>
            </a:r>
            <a:r>
              <a:rPr lang="zh-CN" altLang="en-US" dirty="0"/>
              <a:t>获取某个时刻的某个核心数据的值</a:t>
            </a:r>
            <a:endParaRPr dirty="0"/>
          </a:p>
          <a:p>
            <a:pPr lvl="1">
              <a:defRPr/>
            </a:pPr>
            <a:r>
              <a:rPr lang="en-US" dirty="0" err="1"/>
              <a:t>useXXX</a:t>
            </a:r>
            <a:r>
              <a:rPr lang="en-US" dirty="0"/>
              <a:t>(): </a:t>
            </a:r>
            <a:r>
              <a:rPr lang="zh-CN" altLang="en-US" dirty="0"/>
              <a:t>获取某个核心数据的</a:t>
            </a:r>
            <a:r>
              <a:rPr lang="en-US" altLang="zh-CN" dirty="0"/>
              <a:t>hooks</a:t>
            </a:r>
            <a:r>
              <a:rPr lang="zh-CN" altLang="en-US" dirty="0"/>
              <a:t>，随着时间会变</a:t>
            </a:r>
            <a:endParaRPr dirty="0"/>
          </a:p>
          <a:p>
            <a:pPr lvl="1">
              <a:defRPr/>
            </a:pPr>
            <a:r>
              <a:rPr lang="en-US" dirty="0" err="1"/>
              <a:t>setXXX</a:t>
            </a:r>
            <a:r>
              <a:rPr lang="en-US" dirty="0"/>
              <a:t>(): </a:t>
            </a:r>
            <a:r>
              <a:rPr lang="zh-CN" altLang="en-US" dirty="0"/>
              <a:t>更新某个核心数据的值</a:t>
            </a:r>
            <a:endParaRPr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Zustand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>
          <a:xfrm>
            <a:off x="838200" y="2072135"/>
            <a:ext cx="3534507" cy="3500233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纯函数中</a:t>
            </a:r>
            <a:r>
              <a:rPr lang="en-US" dirty="0"/>
              <a:t>: </a:t>
            </a:r>
          </a:p>
          <a:p>
            <a:pPr lvl="1">
              <a:defRPr/>
            </a:pPr>
            <a:r>
              <a:rPr lang="zh-CN" altLang="en-US" dirty="0"/>
              <a:t>不要加</a:t>
            </a:r>
            <a:r>
              <a:rPr lang="en-US" altLang="zh-CN" dirty="0" err="1"/>
              <a:t>useXXX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函数没有时间的概念</a:t>
            </a:r>
            <a:endParaRPr dirty="0"/>
          </a:p>
          <a:p>
            <a:pPr>
              <a:defRPr/>
            </a:pPr>
            <a:r>
              <a:rPr lang="zh-CN" altLang="en-US" dirty="0"/>
              <a:t>组件中</a:t>
            </a:r>
            <a:r>
              <a:rPr lang="en-US" dirty="0"/>
              <a:t>: </a:t>
            </a:r>
            <a:endParaRPr dirty="0"/>
          </a:p>
          <a:p>
            <a:pPr lvl="1">
              <a:defRPr/>
            </a:pPr>
            <a:r>
              <a:rPr lang="zh-CN" altLang="en-US" dirty="0"/>
              <a:t>不要加</a:t>
            </a:r>
            <a:r>
              <a:rPr lang="en-US" altLang="zh-CN" dirty="0" err="1"/>
              <a:t>getXXX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组件的取值应该随着时间变化而变化，不应该关注某个时刻的取值</a:t>
            </a:r>
            <a:endParaRPr lang="en-US" altLang="zh-CN" dirty="0"/>
          </a:p>
          <a:p>
            <a:pPr lvl="1">
              <a:defRPr/>
            </a:pPr>
            <a:endParaRPr 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523408" y="1625353"/>
            <a:ext cx="7255960" cy="329352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err="1"/>
              <a:t>Zustand</a:t>
            </a:r>
            <a:r>
              <a:rPr lang="zh-CN" altLang="en-US" dirty="0"/>
              <a:t>：使用规范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err="1"/>
              <a:t>Zustand</a:t>
            </a:r>
            <a:r>
              <a:rPr lang="zh-CN" altLang="en-US" dirty="0"/>
              <a:t>用起来特别爽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很容易滥用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全局的核心数据越弄越多，代码无法阻止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两个技巧</a:t>
            </a:r>
            <a:endParaRPr dirty="0"/>
          </a:p>
          <a:p>
            <a:pPr lvl="1">
              <a:defRPr/>
            </a:pPr>
            <a:r>
              <a:rPr lang="zh-CN" altLang="en-US" dirty="0"/>
              <a:t>尽量使用长的清楚的名字，这样不会混用</a:t>
            </a:r>
            <a:endParaRPr dirty="0"/>
          </a:p>
          <a:p>
            <a:pPr lvl="1">
              <a:defRPr/>
            </a:pPr>
            <a:r>
              <a:rPr lang="zh-CN" altLang="en-US" dirty="0"/>
              <a:t>把</a:t>
            </a:r>
            <a:r>
              <a:rPr lang="en-US" altLang="zh-CN" dirty="0"/>
              <a:t>store</a:t>
            </a:r>
            <a:r>
              <a:rPr lang="zh-CN" altLang="en-US" dirty="0"/>
              <a:t>做成私有的保护起来，把</a:t>
            </a:r>
            <a:r>
              <a:rPr lang="en-US" dirty="0"/>
              <a:t>use/set/get</a:t>
            </a:r>
            <a:r>
              <a:rPr lang="zh-CN" altLang="en-US" dirty="0"/>
              <a:t>函数公开，这样容易追踪所有用途</a:t>
            </a:r>
            <a:endParaRPr dirty="0"/>
          </a:p>
          <a:p>
            <a:pPr>
              <a:defRPr/>
            </a:pPr>
            <a:endParaRPr 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useEffect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基于</a:t>
            </a:r>
            <a:r>
              <a:rPr lang="en-US" altLang="zh-CN" dirty="0"/>
              <a:t>hooks</a:t>
            </a:r>
            <a:r>
              <a:rPr lang="zh-CN" altLang="en-US" dirty="0"/>
              <a:t>的触发器，当某些数据变化后，其他东西也会跟着变</a:t>
            </a:r>
            <a:endParaRPr 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509579" y="2573165"/>
            <a:ext cx="8496300" cy="1543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69957" y="4243388"/>
            <a:ext cx="4724399" cy="1933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475583" y="4789661"/>
            <a:ext cx="7772400" cy="15144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30C0D-BA31-53BD-37F2-9E17F8773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5B8ACE6-D894-83D8-8FAB-48510816ACA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签到：黑板上写的是什么？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82A39C-490B-0975-3C9C-1AEE90F95E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AC4D6A-9A17-D423-E580-B693B7DEF93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B55CA93-536F-07BE-45E0-E3E1A5E4A897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6431C5B-B5C0-0225-C922-C9C3AAE00CF0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6373B6E-71D1-A4CC-6354-7D3E2D13A08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7DA62F-8FC8-0D5E-66E5-A191BC83843C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5B6905E-FBE7-7BB5-F2E9-54710912EB47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926C938-31D2-39A4-00C7-9B85F1F6145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319F0D82-BEC7-1CFA-4B7D-E75E645ABE66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C61C939-2BE6-181C-AB9B-D4F37A6FDCC9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14119BCA-F608-2DB5-09FD-6904C1CA745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0E2B2CA7-C36F-EDA1-DFFA-0D30BC630BC5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465E5632-EB22-AE9D-E2B0-38CF759500F9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3" name="TipText">
              <a:extLst>
                <a:ext uri="{FF2B5EF4-FFF2-40B4-BE49-F238E27FC236}">
                  <a16:creationId xmlns:a16="http://schemas.microsoft.com/office/drawing/2014/main" id="{12AD3340-05BA-B2AD-DF32-6424D5F2759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31FE914-ACD3-F8E9-1974-732340E7276D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0125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三种跨页面传输数据的方法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全局的核心数据用</a:t>
            </a:r>
            <a:r>
              <a:rPr lang="en-US" altLang="zh-CN" dirty="0" err="1"/>
              <a:t>zustand</a:t>
            </a:r>
            <a:r>
              <a:rPr lang="zh-CN" altLang="en-US" dirty="0"/>
              <a:t>共享</a:t>
            </a:r>
            <a:endParaRPr dirty="0"/>
          </a:p>
          <a:p>
            <a:pPr>
              <a:defRPr/>
            </a:pPr>
            <a:r>
              <a:rPr lang="zh-CN" altLang="en-US" dirty="0"/>
              <a:t>可以用函数的方式来定义一些传入新页面的参数</a:t>
            </a:r>
            <a:endParaRPr dirty="0"/>
          </a:p>
          <a:p>
            <a:pPr lvl="1">
              <a:defRPr/>
            </a:pPr>
            <a:r>
              <a:rPr lang="en-US" dirty="0"/>
              <a:t>Panel(number, action, remaining)</a:t>
            </a:r>
            <a:endParaRPr dirty="0"/>
          </a:p>
          <a:p>
            <a:pPr lvl="1">
              <a:defRPr/>
            </a:pPr>
            <a:r>
              <a:rPr lang="zh-CN" altLang="en-US" dirty="0"/>
              <a:t>也就是这个</a:t>
            </a:r>
            <a:r>
              <a:rPr lang="en-US" altLang="zh-CN" dirty="0"/>
              <a:t>Panel</a:t>
            </a:r>
            <a:r>
              <a:rPr lang="zh-CN" altLang="en-US" dirty="0"/>
              <a:t>有三个参数</a:t>
            </a:r>
            <a:endParaRPr dirty="0"/>
          </a:p>
          <a:p>
            <a:pPr>
              <a:defRPr/>
            </a:pPr>
            <a:r>
              <a:rPr lang="zh-CN" altLang="en-US" dirty="0"/>
              <a:t>使用</a:t>
            </a:r>
            <a:r>
              <a:rPr lang="en-US" dirty="0"/>
              <a:t>Location, </a:t>
            </a:r>
            <a:r>
              <a:rPr lang="zh-CN" altLang="en-US" dirty="0"/>
              <a:t>在跳转到其他页面的时候，可以把一些东西放到</a:t>
            </a:r>
            <a:r>
              <a:rPr lang="en-US" altLang="zh-CN" dirty="0"/>
              <a:t>location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可以调用</a:t>
            </a:r>
            <a:r>
              <a:rPr lang="en-US" dirty="0" err="1"/>
              <a:t>useLocation</a:t>
            </a:r>
            <a:r>
              <a:rPr lang="zh-CN" altLang="en-US" dirty="0"/>
              <a:t>获得对应的参数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定义了这个页面需要的数据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页面拆分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当页面的代码过长，应该拆开</a:t>
            </a:r>
            <a:endParaRPr lang="en-US" dirty="0"/>
          </a:p>
          <a:p>
            <a:pPr lvl="1">
              <a:defRPr/>
            </a:pPr>
            <a:r>
              <a:rPr lang="zh-CN" altLang="en-US" dirty="0"/>
              <a:t>便于阅读</a:t>
            </a:r>
            <a:endParaRPr lang="en-US" altLang="zh-CN" dirty="0"/>
          </a:p>
          <a:p>
            <a:pPr lvl="1">
              <a:defRPr/>
            </a:pPr>
            <a:r>
              <a:rPr lang="en-US" altLang="zh-CN" dirty="0"/>
              <a:t>AI</a:t>
            </a:r>
            <a:r>
              <a:rPr lang="zh-CN" altLang="en-US" dirty="0"/>
              <a:t>处理也更快更便宜</a:t>
            </a:r>
            <a:endParaRPr lang="en-US" dirty="0"/>
          </a:p>
          <a:p>
            <a:pPr>
              <a:defRPr/>
            </a:pPr>
            <a:r>
              <a:rPr lang="zh-CN" altLang="en-US" dirty="0"/>
              <a:t>古典方案：基于功能的拆分</a:t>
            </a:r>
            <a:endParaRPr lang="en-US" dirty="0"/>
          </a:p>
          <a:p>
            <a:pPr lvl="1">
              <a:defRPr/>
            </a:pPr>
            <a:r>
              <a:rPr lang="en-US" dirty="0"/>
              <a:t>.html, .</a:t>
            </a:r>
            <a:r>
              <a:rPr lang="en-US" dirty="0" err="1"/>
              <a:t>css</a:t>
            </a:r>
            <a:r>
              <a:rPr lang="en-US" dirty="0"/>
              <a:t>, .</a:t>
            </a:r>
            <a:r>
              <a:rPr lang="en-US" dirty="0" err="1"/>
              <a:t>js</a:t>
            </a:r>
            <a:endParaRPr lang="en-US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现代方案：模块化拆分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每个模块成一个文件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每个文件都可以有</a:t>
            </a:r>
            <a:r>
              <a:rPr lang="en-US" altLang="zh-CN" dirty="0" err="1"/>
              <a:t>html,css,js</a:t>
            </a:r>
            <a:r>
              <a:rPr lang="zh-CN" altLang="en-US" dirty="0"/>
              <a:t>的功能</a:t>
            </a:r>
            <a:endParaRPr dirty="0"/>
          </a:p>
          <a:p>
            <a:pPr>
              <a:defRPr/>
            </a:pPr>
            <a:endParaRPr 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 err="1"/>
              <a:t>Css</a:t>
            </a:r>
            <a:r>
              <a:rPr lang="zh-CN" altLang="en-US" dirty="0"/>
              <a:t>风格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CSS </a:t>
            </a:r>
            <a:r>
              <a:rPr lang="zh-CN" altLang="en-US" dirty="0"/>
              <a:t>全称是：</a:t>
            </a:r>
            <a:r>
              <a:rPr lang="en-US" dirty="0"/>
              <a:t> Cascading Style Sheets</a:t>
            </a:r>
            <a:endParaRPr dirty="0"/>
          </a:p>
          <a:p>
            <a:pPr lvl="1">
              <a:defRPr/>
            </a:pPr>
            <a:r>
              <a:rPr lang="zh-CN" altLang="en-US" dirty="0"/>
              <a:t>把</a:t>
            </a:r>
            <a:r>
              <a:rPr lang="en-US" altLang="zh-CN" dirty="0"/>
              <a:t>html</a:t>
            </a:r>
            <a:r>
              <a:rPr lang="zh-CN" altLang="en-US" dirty="0"/>
              <a:t>的结构和展现的风格区分开来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每个</a:t>
            </a:r>
            <a:r>
              <a:rPr lang="en-US" altLang="zh-CN" dirty="0"/>
              <a:t>CSS</a:t>
            </a:r>
            <a:r>
              <a:rPr lang="zh-CN" altLang="en-US" dirty="0"/>
              <a:t>组件都有</a:t>
            </a:r>
            <a:r>
              <a:rPr lang="en-US" altLang="zh-CN" dirty="0"/>
              <a:t>3</a:t>
            </a:r>
            <a:r>
              <a:rPr lang="zh-CN" altLang="en-US" dirty="0"/>
              <a:t>个部分</a:t>
            </a:r>
            <a:endParaRPr dirty="0"/>
          </a:p>
          <a:p>
            <a:pPr lvl="1">
              <a:defRPr/>
            </a:pPr>
            <a:r>
              <a:rPr lang="en-US" b="1" dirty="0"/>
              <a:t>Selector</a:t>
            </a:r>
            <a:r>
              <a:rPr lang="en-US" dirty="0"/>
              <a:t>: </a:t>
            </a:r>
            <a:r>
              <a:rPr lang="zh-CN" altLang="en-US" dirty="0"/>
              <a:t>我们想要描述谁？（例如一个按钮，一个组件）</a:t>
            </a:r>
            <a:endParaRPr dirty="0"/>
          </a:p>
          <a:p>
            <a:pPr lvl="1">
              <a:defRPr/>
            </a:pPr>
            <a:r>
              <a:rPr lang="en-US" b="1" dirty="0"/>
              <a:t>Property</a:t>
            </a:r>
            <a:r>
              <a:rPr lang="en-US" dirty="0"/>
              <a:t>: </a:t>
            </a:r>
            <a:r>
              <a:rPr lang="zh-CN" altLang="en-US" dirty="0"/>
              <a:t>我们想要改什么属性？（例如颜色、字体）</a:t>
            </a:r>
            <a:endParaRPr dirty="0"/>
          </a:p>
          <a:p>
            <a:pPr lvl="1">
              <a:defRPr/>
            </a:pPr>
            <a:r>
              <a:rPr lang="en-US" b="1" dirty="0"/>
              <a:t>Value</a:t>
            </a:r>
            <a:r>
              <a:rPr lang="en-US" dirty="0"/>
              <a:t>: </a:t>
            </a:r>
            <a:r>
              <a:rPr lang="zh-CN" altLang="en-US" dirty="0"/>
              <a:t>改成什么样？（例如红色、</a:t>
            </a:r>
            <a:r>
              <a:rPr lang="en-US" altLang="zh-CN" dirty="0"/>
              <a:t>16px</a:t>
            </a:r>
            <a:r>
              <a:rPr lang="zh-CN" altLang="en-US" dirty="0"/>
              <a:t>）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zh-CN" dirty="0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29031" y="5076586"/>
            <a:ext cx="3457894" cy="17289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盒子模型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每个网页上的元素，就算是一个圆形按钮，其实都是被当做一个长方形的盒子处理的</a:t>
            </a:r>
            <a:endParaRPr dirty="0"/>
          </a:p>
          <a:p>
            <a:pPr>
              <a:defRPr/>
            </a:pPr>
            <a:r>
              <a:rPr lang="zh-CN" altLang="en-US" dirty="0"/>
              <a:t>盒子的</a:t>
            </a:r>
            <a:r>
              <a:rPr lang="en-US" altLang="zh-CN" dirty="0"/>
              <a:t>4</a:t>
            </a:r>
            <a:r>
              <a:rPr lang="zh-CN" altLang="en-US" dirty="0"/>
              <a:t>个层级</a:t>
            </a:r>
            <a:endParaRPr dirty="0"/>
          </a:p>
          <a:p>
            <a:pPr lvl="1">
              <a:defRPr/>
            </a:pPr>
            <a:r>
              <a:rPr lang="zh-CN" altLang="en-US" b="1" dirty="0"/>
              <a:t>内容：</a:t>
            </a:r>
            <a:r>
              <a:rPr lang="zh-CN" altLang="en-US" dirty="0"/>
              <a:t>包含的文字或者图片</a:t>
            </a:r>
            <a:endParaRPr dirty="0"/>
          </a:p>
          <a:p>
            <a:pPr lvl="1">
              <a:defRPr/>
            </a:pPr>
            <a:r>
              <a:rPr lang="zh-CN" altLang="en-US" b="1" dirty="0"/>
              <a:t>填充空间</a:t>
            </a:r>
            <a:r>
              <a:rPr lang="zh-CN" altLang="en-US" dirty="0"/>
              <a:t>：</a:t>
            </a:r>
            <a:r>
              <a:rPr lang="en-US" dirty="0"/>
              <a:t> </a:t>
            </a:r>
            <a:r>
              <a:rPr lang="zh-CN" altLang="en-US" dirty="0"/>
              <a:t>在盒子中有一些透明填充留白（盒子边缘与内容之间）</a:t>
            </a:r>
            <a:endParaRPr dirty="0"/>
          </a:p>
          <a:p>
            <a:pPr lvl="1">
              <a:defRPr/>
            </a:pPr>
            <a:r>
              <a:rPr lang="zh-CN" altLang="en-US" b="1" dirty="0"/>
              <a:t>边缘</a:t>
            </a:r>
            <a:r>
              <a:rPr lang="zh-CN" altLang="en-US" dirty="0"/>
              <a:t>：</a:t>
            </a:r>
            <a:r>
              <a:rPr lang="en-US" dirty="0"/>
              <a:t> </a:t>
            </a:r>
            <a:r>
              <a:rPr lang="zh-CN" altLang="en-US" dirty="0"/>
              <a:t>盒子的边缘</a:t>
            </a:r>
            <a:endParaRPr dirty="0"/>
          </a:p>
          <a:p>
            <a:pPr lvl="1">
              <a:defRPr/>
            </a:pPr>
            <a:r>
              <a:rPr lang="zh-CN" altLang="en-US" b="1" dirty="0"/>
              <a:t>外围留白</a:t>
            </a:r>
            <a:r>
              <a:rPr lang="zh-CN" altLang="en-US" dirty="0"/>
              <a:t>：盒子边缘的外围留白</a:t>
            </a:r>
            <a:endParaRPr dirty="0"/>
          </a:p>
          <a:p>
            <a:pPr>
              <a:defRPr/>
            </a:pPr>
            <a:endParaRPr lang="zh-CN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现代布局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Flexbox</a:t>
            </a:r>
            <a:r>
              <a:rPr lang="zh-CN" altLang="en-US" dirty="0"/>
              <a:t>（一维布局）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把一些东西按一行或者一列排列</a:t>
            </a:r>
            <a:endParaRPr dirty="0"/>
          </a:p>
          <a:p>
            <a:pPr lvl="1">
              <a:defRPr/>
            </a:pPr>
            <a:r>
              <a:rPr lang="zh-CN" altLang="en-US" dirty="0"/>
              <a:t>自动处理每个东西之间的间距</a:t>
            </a:r>
            <a:endParaRPr dirty="0"/>
          </a:p>
          <a:p>
            <a:pPr lvl="1">
              <a:defRPr/>
            </a:pPr>
            <a:r>
              <a:rPr lang="zh-CN" altLang="en-US" dirty="0"/>
              <a:t>对于导航栏、一组按钮等很常用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CSS Grid</a:t>
            </a:r>
            <a:r>
              <a:rPr lang="zh-CN" altLang="en-US" dirty="0"/>
              <a:t>（二维布局）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如果东西比较多，是一个矩阵，就可以使用</a:t>
            </a:r>
            <a:r>
              <a:rPr lang="en-US" altLang="zh-CN" dirty="0"/>
              <a:t>grid</a:t>
            </a:r>
            <a:r>
              <a:rPr lang="zh-CN" altLang="en-US" dirty="0"/>
              <a:t>布局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例如照片展示墙</a:t>
            </a:r>
            <a:endParaRPr dirty="0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CSS </a:t>
            </a:r>
            <a:r>
              <a:rPr lang="zh-CN" altLang="en-US" dirty="0"/>
              <a:t>例子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pic>
        <p:nvPicPr>
          <p:cNvPr id="5" name="图片 4" descr="文本&#10;&#10;AI 生成的内容可能不正确。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3897" y="2229792"/>
            <a:ext cx="5994899" cy="3591696"/>
          </a:xfrm>
          <a:prstGeom prst="rect">
            <a:avLst/>
          </a:prstGeom>
        </p:spPr>
      </p:pic>
      <p:pic>
        <p:nvPicPr>
          <p:cNvPr id="7" name="图片 6" descr="文本&#10;&#10;AI 生成的内容可能不正确。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075770" y="2394967"/>
            <a:ext cx="6087134" cy="32126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Tailwind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zh-CN" altLang="en-US" dirty="0"/>
              <a:t>一个更好的</a:t>
            </a:r>
            <a:r>
              <a:rPr lang="en-US" altLang="zh-CN" dirty="0"/>
              <a:t>CSS</a:t>
            </a:r>
            <a:r>
              <a:rPr lang="zh-CN" altLang="en-US" dirty="0"/>
              <a:t>框架，用起来更容易（对</a:t>
            </a:r>
            <a:r>
              <a:rPr lang="en-US" altLang="zh-CN" dirty="0"/>
              <a:t>AI</a:t>
            </a:r>
            <a:r>
              <a:rPr lang="zh-CN" altLang="en-US" dirty="0"/>
              <a:t>来说也是如此）</a:t>
            </a:r>
            <a:endParaRPr dirty="0"/>
          </a:p>
          <a:p>
            <a:pPr>
              <a:defRPr/>
            </a:pPr>
            <a:r>
              <a:rPr lang="zh-CN" altLang="en-US" dirty="0"/>
              <a:t>例如</a:t>
            </a:r>
            <a:r>
              <a:rPr lang="en-US" dirty="0"/>
              <a:t>: &lt;div class="p-4 </a:t>
            </a:r>
            <a:r>
              <a:rPr lang="en-US" dirty="0" err="1"/>
              <a:t>bg</a:t>
            </a:r>
            <a:r>
              <a:rPr lang="en-US" dirty="0"/>
              <a:t>-white rounded-xl shadow-md"&gt;</a:t>
            </a:r>
            <a:endParaRPr dirty="0"/>
          </a:p>
          <a:p>
            <a:pPr lvl="1">
              <a:defRPr/>
            </a:pPr>
            <a:r>
              <a:rPr lang="zh-CN" altLang="en-US" dirty="0"/>
              <a:t>不需要单独写</a:t>
            </a:r>
            <a:r>
              <a:rPr lang="en-US" altLang="zh-CN" dirty="0" err="1"/>
              <a:t>css</a:t>
            </a:r>
            <a:r>
              <a:rPr lang="zh-CN" altLang="en-US" dirty="0"/>
              <a:t>文件</a:t>
            </a:r>
            <a:endParaRPr dirty="0"/>
          </a:p>
          <a:p>
            <a:pPr lvl="1">
              <a:defRPr/>
            </a:pPr>
            <a:r>
              <a:rPr lang="zh-CN" altLang="en-US" dirty="0"/>
              <a:t>更加容易理解</a:t>
            </a:r>
            <a:endParaRPr dirty="0"/>
          </a:p>
          <a:p>
            <a:pPr>
              <a:defRPr/>
            </a:pPr>
            <a:endParaRPr lang="en-US" dirty="0"/>
          </a:p>
        </p:txBody>
      </p:sp>
      <p:pic>
        <p:nvPicPr>
          <p:cNvPr id="5" name="图片 4" descr="文本&#10;&#10;AI 生成的内容可能不正确。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75683" y="3749180"/>
            <a:ext cx="4580093" cy="3073052"/>
          </a:xfrm>
          <a:prstGeom prst="rect">
            <a:avLst/>
          </a:prstGeom>
        </p:spPr>
      </p:pic>
      <p:pic>
        <p:nvPicPr>
          <p:cNvPr id="7" name="图片 6" descr="图形用户界面, 文本&#10;&#10;AI 生成的内容可能不正确。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464500" y="4329099"/>
            <a:ext cx="6619923" cy="184786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Vite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一个现代化的、实时编译的前端框架</a:t>
            </a:r>
            <a:endParaRPr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zh-CN" altLang="en-US" dirty="0"/>
              <a:t>传统工具，每次都需要把整个项目的代码都过一遍，翻译和处理所有的</a:t>
            </a:r>
            <a:r>
              <a:rPr lang="en-US" altLang="zh-CN" dirty="0"/>
              <a:t>typescript</a:t>
            </a:r>
            <a:r>
              <a:rPr lang="zh-CN" altLang="en-US" dirty="0"/>
              <a:t>、</a:t>
            </a:r>
            <a:r>
              <a:rPr lang="en-US" altLang="zh-CN" dirty="0" err="1"/>
              <a:t>css</a:t>
            </a:r>
            <a:r>
              <a:rPr lang="zh-CN" altLang="en-US" dirty="0"/>
              <a:t>文件，最后合并到一个大文件，才能够启动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Vite</a:t>
            </a:r>
            <a:r>
              <a:rPr lang="zh-CN" altLang="en-US" dirty="0"/>
              <a:t>支持增量编译，速度很快，如果只微调一段代码，瞬间就可以体现在前端页面中</a:t>
            </a:r>
            <a:endParaRPr lang="zh-CN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 bwMode="auto">
          <a:xfrm>
            <a:off x="838200" y="2766218"/>
            <a:ext cx="10515600" cy="1325563"/>
          </a:xfrm>
        </p:spPr>
        <p:txBody>
          <a:bodyPr/>
          <a:lstStyle/>
          <a:p>
            <a:pPr algn="ctr">
              <a:defRPr/>
            </a:pPr>
            <a:r>
              <a:rPr lang="en-US"/>
              <a:t>Sample project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52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229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280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49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964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397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688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289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384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ONYMOUSPOLLING" val="False"/>
  <p:tag name="RAINPROBLEMTYPE" val="MultipleChoice"/>
  <p:tag name="RAINPROBLEM" val="MultipleChoice"/>
  <p:tag name="PROBLEMSCORE" val="1.0"/>
  <p:tag name="LOCALSLIDEID" val="1792069362323441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408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414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236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729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898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025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918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CALSLIDEID" val="1792069219765708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1532</Words>
  <Application>Microsoft Office PowerPoint</Application>
  <PresentationFormat>宽屏</PresentationFormat>
  <Paragraphs>157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等线</vt:lpstr>
      <vt:lpstr>等线 Light</vt:lpstr>
      <vt:lpstr>Microsoft Yahei</vt:lpstr>
      <vt:lpstr>Arial</vt:lpstr>
      <vt:lpstr>Wingdings</vt:lpstr>
      <vt:lpstr>Office 主题​​</vt:lpstr>
      <vt:lpstr>无代码零基础软件制作</vt:lpstr>
      <vt:lpstr>前端</vt:lpstr>
      <vt:lpstr>Typescript + react</vt:lpstr>
      <vt:lpstr>React的MVC架构 (model, view, controller)</vt:lpstr>
      <vt:lpstr>React的MVC架构 (model, view, controller)</vt:lpstr>
      <vt:lpstr>函数与组件</vt:lpstr>
      <vt:lpstr>Zustand</vt:lpstr>
      <vt:lpstr>Zustand</vt:lpstr>
      <vt:lpstr>Zustand：使用规范</vt:lpstr>
      <vt:lpstr>useEffect</vt:lpstr>
      <vt:lpstr>PowerPoint 演示文稿</vt:lpstr>
      <vt:lpstr>三种跨页面传输数据的方法</vt:lpstr>
      <vt:lpstr>页面拆分</vt:lpstr>
      <vt:lpstr>Css风格</vt:lpstr>
      <vt:lpstr>盒子模型</vt:lpstr>
      <vt:lpstr>现代布局</vt:lpstr>
      <vt:lpstr>CSS 例子</vt:lpstr>
      <vt:lpstr>Tailwind</vt:lpstr>
      <vt:lpstr>Vite</vt:lpstr>
      <vt:lpstr>Sample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Yuan Yang</dc:creator>
  <cp:lastModifiedBy>Yang Yuan</cp:lastModifiedBy>
  <cp:revision>336</cp:revision>
  <dcterms:created xsi:type="dcterms:W3CDTF">2022-07-30T06:10:28Z</dcterms:created>
  <dcterms:modified xsi:type="dcterms:W3CDTF">2026-10-22T08:06:00Z</dcterms:modified>
</cp:coreProperties>
</file>